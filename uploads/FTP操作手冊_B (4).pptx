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60935-B383-4DC0-A010-506C7379162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B4AD8-D2B1-4D1E-A91E-C91D68F0F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4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B4AD8-D2B1-4D1E-A91E-C91D68F0FB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6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E2E4D9-D1F2-17CE-1390-DAC7FACFE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F15757-C08B-88C6-64AC-D36F10EE6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4906C4-438D-DA32-2379-16A4CCF6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0A86FA-D8D7-A566-D918-436285C9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69935B-3DBC-8AFF-28E8-9982645B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6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4D499E-A007-4FF3-00DE-7F00CF31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A19906-FBED-EC51-6913-21FD8236E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BB8551-EF61-9317-C693-9FA5C81E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F668E5-BDBF-D1E9-5C86-B4F4546F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62733F-03C5-BB4F-9080-7369E27E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0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025904-1DF3-53BD-89FA-0A7F73374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C30268-B409-6FD3-4D79-46F027AA3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9116BE-4288-4184-519F-64D15607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9DE8F1-D53B-7635-0682-1DE75D25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113AF5-7926-FF1C-89E6-BABF0409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0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F2662-C408-ABD9-CFB4-1A164AD5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2B2C4-E8CE-58BA-8A70-BAFA4C428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FBC0CE-11F0-7B7C-5FF8-DC9BF5CCE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D36A29-87DE-C591-73B4-04DE7624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FE067A-2B2C-9733-81EC-52C0CF1C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4F9F76-7E9E-23D1-0D5D-D5473F54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43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857573-0909-078C-4AD5-B0E9CA89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2CA2BC-A045-1032-5445-A89287C0E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D2CA9D-0124-78CF-5813-7C0F7E571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CEC793-75D2-2058-2279-50761BB3B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A7A1DD1-CE19-D56F-D124-6B1B6861C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CBD5AAA-D195-8378-115F-89FAD0B9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3FAD628-01D7-D3D5-CA56-299082F6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DA025A-EE13-D85E-5A38-7C5FEA73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9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0122D-D17B-FB6E-D7F1-EC82F6F4D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5E3E12B-58A8-6F87-187C-41755647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0B0E88-D5EE-395A-F3E5-BA73D4EA6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2063B4-F16F-CFA7-B79F-6DAC9ECA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4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1C1A0D5-8BA9-167E-F192-51723430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DC2B3E-6ABC-672E-9C5C-CC7924D4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7D84BB-C1F2-D44D-225C-53BA1343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3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18619-666B-902F-0686-6ADC140D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28F89E-F204-6D91-F592-26DE350D4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12E8A2-6EAC-572A-2C49-A85F0ACEB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1D3BB0-9E64-8EA8-D4E2-006B9482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53C307-EBC3-3DDC-6A5C-429626A9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6ACBC2-6BA6-D7B7-672C-09358FB1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DA60E0-72FA-E4F3-465B-01D44C88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4A9849E-475B-F808-6E11-C15061ED4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CB99DA-D4F6-4ACC-B617-7132815B8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70C71C-F4FC-BB38-3426-EF12D545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366EF9-1114-3755-A3D1-6F7EB26E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E5B721-63B0-DA12-C9E5-4986272A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D09137-C67A-2748-670E-AF388B65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C2C13F-F2B7-AE74-DED9-48BF633E2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71CDE6-8417-2BB2-F8A5-728055A4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2A4D70-4F5E-0F15-1998-BBC940C22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39DCCC-02FF-A5D3-182F-2FF32E2A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7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8688E85-FC88-6D8C-51F4-272835BA3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AA6985B-C166-CBF1-1B85-69804FC87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DBACB3-F480-F4B1-5042-9634B6C4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D4E52E-41B3-1ECC-2BF1-8E1413AF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C3480B-27A3-3948-65F2-8521B935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3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118F0E1-B263-F883-4EC2-C447EF5B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120D8E-AD34-E63E-358E-D04951173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34AFD6-C373-8D8F-7B40-FEF9898AA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5EFC5-7E1F-4E7F-B332-5EF5039E9E0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D301C9-B9EC-ADAE-46AA-8EB5A9ABE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C2C955-AFEC-A87C-B0E3-B4D259371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DB6B4-CC4E-4B36-BA9D-D01A10BA0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zilla-project.org/download.php?type=client#clo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c.ncku.edu.tw/p/412-1213-7637.php?Lang=e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B5A51D-25BD-3E28-3C35-99FDFC6DE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to Accessing Course Materials via FTP with FileZilla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473D7C-613F-F23C-3007-F77ED7CF3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995"/>
            <a:ext cx="9144000" cy="8787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Takeru Miyata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2025.09.08</a:t>
            </a:r>
          </a:p>
        </p:txBody>
      </p:sp>
    </p:spTree>
    <p:extLst>
      <p:ext uri="{BB962C8B-B14F-4D97-AF65-F5344CB8AC3E}">
        <p14:creationId xmlns:p14="http://schemas.microsoft.com/office/powerpoint/2010/main" val="20953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CCEF18-EA13-ABA1-204C-0B3E4197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Install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Filezilla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7AFE85A-E840-3BDC-1FA9-08E74C2B8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922" y="2015212"/>
            <a:ext cx="9142156" cy="4351338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4F67F1D-78CD-7112-F7CC-36C782962EA2}"/>
              </a:ext>
            </a:extLst>
          </p:cNvPr>
          <p:cNvSpPr txBox="1"/>
          <p:nvPr/>
        </p:nvSpPr>
        <p:spPr>
          <a:xfrm>
            <a:off x="3008937" y="1483618"/>
            <a:ext cx="6174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https://filezilla-project.org/download.php?type=client#close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52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FDD4C-BCD4-CE38-729F-800B9262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Connect to the school network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B4C9C3-227E-F67B-89C5-AECFBD291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you’re on campus,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your device is connected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school Wi-Fi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you’re off-campus,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school‘s VPN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refer to this link to connect to the VPN.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https://cc.ncku.edu.tw/p/412-1213-7637.php?Lang=en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10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53E42-7E7D-D3E8-9F67-6F08C3D9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Open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FIlezilla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025A37-9D79-9CAF-6E52-60E8E42D5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1206" y="1690688"/>
            <a:ext cx="9669587" cy="4807051"/>
          </a:xfrm>
        </p:spPr>
      </p:pic>
    </p:spTree>
    <p:extLst>
      <p:ext uri="{BB962C8B-B14F-4D97-AF65-F5344CB8AC3E}">
        <p14:creationId xmlns:p14="http://schemas.microsoft.com/office/powerpoint/2010/main" val="127777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19EF99-F807-6404-3B92-C7D64D041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Input the following information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2E8AC-35BF-4440-C673-DF04F0FCA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0274"/>
            <a:ext cx="10515600" cy="21759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Host: </a:t>
            </a:r>
            <a:r>
              <a:rPr lang="en-US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140.116.154.28</a:t>
            </a:r>
          </a:p>
          <a:p>
            <a:pPr marL="0" indent="0">
              <a:buNone/>
            </a:pPr>
            <a:r>
              <a:rPr lang="en-US" dirty="0">
                <a:solidFill>
                  <a:srgbClr val="373A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Username: </a:t>
            </a:r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opencvdl2025</a:t>
            </a:r>
            <a:r>
              <a:rPr lang="en-US" dirty="0">
                <a:solidFill>
                  <a:srgbClr val="373A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373A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Password: RL2025opencv</a:t>
            </a:r>
          </a:p>
          <a:p>
            <a:pPr marL="0" indent="0">
              <a:buNone/>
            </a:pPr>
            <a:r>
              <a:rPr lang="en-US" dirty="0">
                <a:solidFill>
                  <a:srgbClr val="373A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Port: Leave it as default, or set to 21 (</a:t>
            </a:r>
            <a:r>
              <a:rPr lang="zh-TW" alt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TW" alt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輸入</a:t>
            </a:r>
            <a:r>
              <a:rPr lang="en-US" dirty="0">
                <a:solidFill>
                  <a:srgbClr val="373A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AEE9232-F0B0-6514-6417-21EEF3D0F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457" y="1886380"/>
            <a:ext cx="10515600" cy="3912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73C2AB8-26F4-DC60-F509-C561657EF22F}"/>
              </a:ext>
            </a:extLst>
          </p:cNvPr>
          <p:cNvSpPr txBox="1"/>
          <p:nvPr/>
        </p:nvSpPr>
        <p:spPr>
          <a:xfrm>
            <a:off x="6700508" y="1906483"/>
            <a:ext cx="1663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RL2025opencv</a:t>
            </a:r>
          </a:p>
        </p:txBody>
      </p:sp>
    </p:spTree>
    <p:extLst>
      <p:ext uri="{BB962C8B-B14F-4D97-AF65-F5344CB8AC3E}">
        <p14:creationId xmlns:p14="http://schemas.microsoft.com/office/powerpoint/2010/main" val="239069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4D94FA-FEA7-2CAD-7F23-72BE6961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Connect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7B5966-7BC4-9633-65F5-73A0902F3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706"/>
            <a:ext cx="10515600" cy="898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Quickconnect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Once connected, you'll be able to see the server’s files in the right-hand pane and your local files on the left.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FAD0CD1-FB8B-3DB8-211B-DDA31BF1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65" y="2470825"/>
            <a:ext cx="8472715" cy="420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5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169</Words>
  <Application>Microsoft Office PowerPoint</Application>
  <PresentationFormat>寬螢幕</PresentationFormat>
  <Paragraphs>24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-apple-system</vt:lpstr>
      <vt:lpstr>Aptos</vt:lpstr>
      <vt:lpstr>Aptos Display</vt:lpstr>
      <vt:lpstr>Arial</vt:lpstr>
      <vt:lpstr>Times New Roman</vt:lpstr>
      <vt:lpstr>Office 佈景主題</vt:lpstr>
      <vt:lpstr>Guide to Accessing Course Materials via FTP with FileZilla</vt:lpstr>
      <vt:lpstr>Step 1: Install Filezilla Client</vt:lpstr>
      <vt:lpstr>Step 2: Connect to the school network</vt:lpstr>
      <vt:lpstr>Step 3: Open FIlezilla</vt:lpstr>
      <vt:lpstr>Step 4: Input the following information</vt:lpstr>
      <vt:lpstr>Step 5: Connect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Takeru Miyata</dc:creator>
  <cp:lastModifiedBy>Takeru Miyata</cp:lastModifiedBy>
  <cp:revision>3</cp:revision>
  <dcterms:created xsi:type="dcterms:W3CDTF">2024-09-21T01:21:32Z</dcterms:created>
  <dcterms:modified xsi:type="dcterms:W3CDTF">2025-09-08T03:46:23Z</dcterms:modified>
</cp:coreProperties>
</file>